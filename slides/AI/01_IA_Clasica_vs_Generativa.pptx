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Clásica vs Generativa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Sistemas Expertos a Modelos de Lenguaje Grande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TC3002B  •  Módulo IA  •  Lectura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Aprendizaje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entre paradigmas de IA clásica, discriminativos y generativos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762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ventajas y limitaciones de cada enfoque según el contexto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906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017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evolución histórica: reglas → ML clásico → deep learning → LLMs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paradigma apropiado para un problema dado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Viaje del Aprendizaje Automático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1960s-80s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1463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1990s-2010s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2860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22860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468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2860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28600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68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55448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2860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0" y="2286000"/>
            <a:ext cx="1463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2468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clave: de "programar soluciones" → "entrenar sistemas para descubrirlas"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1: Sistemas Expertos (1960s-1980s)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Experto Médico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paciente.fiebre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tos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radiografía_anormal: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diagnóstico = "neumonía"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paciente.fiebre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dolor_garganta: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diagnóstico = "faringitis"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64008" cy="12801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74920" y="1600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Transparentes y auditables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 para dominios con reglas claras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846320" y="25603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0" y="256032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697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074920" y="3063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que un experto escriba cada regla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adaptan a nuevas situaciones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crecen exponencialmente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2: Aprendizaje Automático Clásico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escribir reglas, enseña al sistema a descubrirlas a partir de datos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691640"/>
            <a:ext cx="822960" cy="82296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51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 etiquetas → el sistema aprende a predecir etiquetas nuevas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3886200"/>
            <a:ext cx="233172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imágenes, detección de spam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14630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463040"/>
            <a:ext cx="26060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1691640"/>
            <a:ext cx="822960" cy="82296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651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2044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 etiquetas → el sistema encuentra patrones y estructura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474720" y="3886200"/>
            <a:ext cx="233172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6"/>
          <p:cNvSpPr/>
          <p:nvPr/>
        </p:nvSpPr>
        <p:spPr>
          <a:xfrm>
            <a:off x="356616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 clientes, reducción de dimensionalidad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17920" y="14630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146304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19"/>
          <p:cNvSpPr/>
          <p:nvPr/>
        </p:nvSpPr>
        <p:spPr>
          <a:xfrm>
            <a:off x="7086600" y="1691640"/>
            <a:ext cx="822960" cy="82296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745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651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Refuerzo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40080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aprende mediante prueba y error con recompensas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55080" y="3886200"/>
            <a:ext cx="233172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3"/>
          <p:cNvSpPr/>
          <p:nvPr/>
        </p:nvSpPr>
        <p:spPr>
          <a:xfrm>
            <a:off x="644652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Juegos, robótica, optimización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Discriminativos vs Generativos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fundamental del aprendizaje automático moderno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"¿A qué categoría pertenece?"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 P(Y|X)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imágenes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spam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3200400" cy="36576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 para una tarea específica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65176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la distribución de los datos?"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377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 P(X, Y)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automática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imágenes (DALL-E)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(GPT, LLMs)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4114800"/>
            <a:ext cx="3200400" cy="36576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Versátil: genera, clasifica, resume...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Redes Neuronales a LLMs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0" cy="32004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8872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Perceptrón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(1950s)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44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ponderada + función escalón. Resuelve AND, no XOR.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0" cy="32004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Multicapa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(1980s+)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121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ocultas + activaciones no lineales → aproximan cualquier función.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0" cy="32004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887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898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calcular error → backward pass → actualizar pesos.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0" cy="32004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887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/ LSTMs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(1990s+)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75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Procesan secuencias palabra por palabra. Problema: desvanecimiento de gradientes.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(2017)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453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global: ven toda la secuencia simultáneamente. Escalan masivamente.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¿Cuándo Usar Cada Enfoque?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Clásico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10,000 ejemplos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31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simple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máxima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290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limitados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11480" y="4069080"/>
            <a:ext cx="25603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0"/>
          <p:cNvSpPr/>
          <p:nvPr/>
        </p:nvSpPr>
        <p:spPr>
          <a:xfrm>
            <a:off x="50292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churn con 5 features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4612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246120" y="1097280"/>
            <a:ext cx="274320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324612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7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92024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03320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100,000 ejemplos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42316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0332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complejo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92608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0332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GPUs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42900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0332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menos crítica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3337560" y="4069080"/>
            <a:ext cx="25603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19"/>
          <p:cNvSpPr/>
          <p:nvPr/>
        </p:nvSpPr>
        <p:spPr>
          <a:xfrm>
            <a:off x="342900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1M de radiografías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617220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6172200" y="1097280"/>
            <a:ext cx="274320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22"/>
          <p:cNvSpPr/>
          <p:nvPr/>
        </p:nvSpPr>
        <p:spPr>
          <a:xfrm>
            <a:off x="617220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Generativos / LLMs</a:t>
            </a:r>
            <a:endParaRPr lang="en-US" sz="17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192024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629400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contenido nuevo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2423160"/>
            <a:ext cx="228600" cy="2286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629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versátil</a:t>
            </a:r>
            <a:endParaRPr lang="en-US" sz="12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2926080"/>
            <a:ext cx="228600" cy="22860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2940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abundantes</a:t>
            </a:r>
            <a:endParaRPr lang="en-US" sz="12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3429000"/>
            <a:ext cx="228600" cy="22860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2940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tareas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6263640" y="4069080"/>
            <a:ext cx="25603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28"/>
          <p:cNvSpPr/>
          <p:nvPr/>
        </p:nvSpPr>
        <p:spPr>
          <a:xfrm>
            <a:off x="635508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Chatbot: responde, resume, codifica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Conexión con el Notebook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2377440"/>
            <a:ext cx="7315200" cy="50292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8716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experto diagnóstico con reglas if/elif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2724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017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Perceptrón: AND funciona, XOR falla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914400" y="3657600"/>
            <a:ext cx="7315200" cy="50292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6732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657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multicapa resolviendo datos no-lineales (make_moons)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40740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6304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discriminativo (frontera de decisión) vs generativo (distribución)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01_ia_clasica_vs_generativa.ipynb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200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Puntos Clave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224028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1417320" y="2194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clásica = reglas explícitas; ML = reglas descubiertas de datos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2743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Supervisado, No supervisado, Refuerzo: tres paradigmas complementarios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33756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3291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Discriminativo: P(Y|X)  •  Generativo: P(X,Y) — generativos son más versátiles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8862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reemplazaron recurrencia con atención global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43484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1417320" y="4389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depende de: datos, complejidad, recursos, interpretabilidad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Lectura 1: IA Clásica vs Generativa</dc:title>
  <dc:subject>PptxGenJS Presentation</dc:subject>
  <dc:creator>TC3002B - Salvador Hinojosa</dc:creator>
  <cp:lastModifiedBy>TC3002B - Salvador Hinojosa</cp:lastModifiedBy>
  <cp:revision>1</cp:revision>
  <dcterms:created xsi:type="dcterms:W3CDTF">2026-03-12T17:40:15Z</dcterms:created>
  <dcterms:modified xsi:type="dcterms:W3CDTF">2026-03-12T17:40:15Z</dcterms:modified>
</cp:coreProperties>
</file>